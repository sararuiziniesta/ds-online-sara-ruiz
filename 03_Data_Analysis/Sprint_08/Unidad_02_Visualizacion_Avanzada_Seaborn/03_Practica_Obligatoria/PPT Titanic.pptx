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89349-1C73-CF75-EA76-8325411A8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1F21E0-6352-98CA-C51E-E65A21532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D76663-4524-E9F0-66CC-4C60A4BF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E0128A-C227-E5DB-58E4-D0AD2EDC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6648E0-3713-65EA-FCF1-EFD59405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471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84F1D-3F12-C35D-15F1-839903F5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3FFCB-B0D7-3A4E-38D1-EDF7B68FA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0FB3F1-79CC-1C76-5FBA-35F74A7F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0BCE-5ECE-5348-62E3-6D63714E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4485BD-4B94-B790-5C49-A80DC62A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581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CA796-078C-00B5-985A-B75218B9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A25250-A59C-24EF-DDC2-24B258C6A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ED96F7-5254-2090-5DB0-E07CC7F3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87D682-4745-37B6-EA81-ACD577E5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4F1D6F-6860-60A2-57C0-5A3D9FEC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19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10195-EF53-7EDC-B3E0-8D8C3823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18091-10E4-474E-46DB-53F136D21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80C409-A468-A756-4410-A7E21FA91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7440FE-7CA7-D823-9761-646629E7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687CCD-1D17-7F3F-66BE-BA925025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05D608-A2BB-F036-3826-44F998BD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001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08B0F-543B-0CB8-48ED-AA1849F9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F1A0F5-4E33-68D9-CF89-D4C6170C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DF6696-6F2D-27D3-D736-CDC76F844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CF7488-3585-C8C4-107C-470BD1376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203AFE-F2F7-BCDE-92B2-2F4BE9411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C3CB69-672E-7E5A-FE46-5B804934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9EDA43F-6F80-1D6D-AF57-3C226D4C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34C3567-CEA2-4429-2BBE-B1314D210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761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06030-D0F0-B42A-8972-F3AA9C95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37E130D-543A-5D32-0780-DB36A4B3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D6E04D-0512-13B8-3833-88F9F5C5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B514C4-B865-D010-0D8A-B5F8A0E5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04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950297-EB79-253E-58B1-768B94E5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558902-7923-C55B-25BF-B0BE9E59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861D52-DF6F-DA59-AAFD-1AA43B3A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9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8FBB9-B799-3F05-6FA3-8243ADDF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C8C322-1255-E14F-CDD7-ECFF66221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5E85E0-2970-3978-D883-B20991620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D6828B-E680-8D76-2AA7-236382A6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525EBB-D7B6-3DBC-0D00-A5996372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AF28C-B044-B5AA-16D9-A20E8702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074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D0161-C28E-8F1B-2DFE-B0E4978B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1CACD1-0121-6D89-62DB-F599B5287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96FE18-791E-A95B-6B27-C7D14EFCC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6AC9AA-CABD-4245-1513-D8642595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9D97CA-C6CE-787D-30A1-6394AD81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A5EBA3-9288-34A9-874C-F6B4189E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812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49092-2A77-D97C-7990-89F348F42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A7F172-29B9-9398-5836-664814AD5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EE83A3-A016-DFCC-8A37-733772FA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74FED6-B979-C197-A9BE-7586581B6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FC7B70-265A-9301-1A72-23C17845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60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1096C1-9BEC-788B-096C-2D5A7AB89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EB097E-68AE-13AA-A43D-FE34ADCB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6ABD4-BD10-428C-F098-91E843D9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316B57-C736-7EA9-7C6C-E216B877E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F38CC6-3786-F5E7-B917-31BAB2F1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985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43D9B6-1A69-8F72-1F8F-C9FF40A9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926597-C29F-FDC8-758A-13B3EF85C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548B43-433B-858C-0C89-C28677170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88375-BC77-463C-9E8C-4372B7B02E0E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EAC7BB-A669-2041-8FBA-57E838863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D3F5B1-677D-E175-9A0D-B51A3F9F2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B702-C2F7-447E-85E7-92854D84C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160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201A2-2FD1-CC44-C671-07251F69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Mortalidad en el Titanic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D86A4D-EFBE-DCAF-E134-91ACFF70C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El titanic fue un accidente con una tasa de mortalidad alta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61.6%</a:t>
            </a:r>
          </a:p>
        </p:txBody>
      </p:sp>
    </p:spTree>
    <p:extLst>
      <p:ext uri="{BB962C8B-B14F-4D97-AF65-F5344CB8AC3E}">
        <p14:creationId xmlns:p14="http://schemas.microsoft.com/office/powerpoint/2010/main" val="338160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CFC2C-B789-96C9-2F18-06109744C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Supervivencia por grupo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6919AF-08E6-8A3D-03D2-DDD266124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60% de mujeres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25% de hombres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15% de niños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299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66595-9B24-687C-178A-DBDBC7C9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Supervivencia por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EB614D-52CA-552E-1172-5D52E34C0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40% en primera clase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25% en segunda clase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35% en tercera clase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709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0DAD8-3D7C-9A99-5D6A-8B02227A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Supervivencia mujeres y niños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A072B4-AE30-99D1-82E9-22CF06F08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75% de las mujeres sobrevivieron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Un 60% de los niños sobrevivieron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811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34419-E7CF-CB13-E442-DF7E0A7F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Supervivencia por puerto de embarque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7382D8-AAA7-A493-FE75-181AE4EB6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64% embarco en Southampton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27% en Cherbourg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9% en Queenstown</a:t>
            </a:r>
          </a:p>
        </p:txBody>
      </p:sp>
    </p:spTree>
    <p:extLst>
      <p:ext uri="{BB962C8B-B14F-4D97-AF65-F5344CB8AC3E}">
        <p14:creationId xmlns:p14="http://schemas.microsoft.com/office/powerpoint/2010/main" val="195821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0AB715-5839-36A3-589C-06A9F0E8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Distribución de clase y puerto de embarque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5155DD-C803-ACA4-12EB-2436A143C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En Cherbourg predomina la primera clase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En Queenstown y en Southampton predomina la tercera clase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51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8E2D4-472B-D732-F479-86E6BD6F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DD018B-9EA7-79E3-E631-4A775741D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La mayoría de pasajeros no sobrevivió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Sobrevivieron mas niños y mujeres que hombres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La clase social fue un factor decisivo ( la probabilidad de sobrevivir fue mas alta en primera clase)</a:t>
            </a:r>
          </a:p>
          <a:p>
            <a:pPr marL="0" indent="0" algn="ctr">
              <a:spcBef>
                <a:spcPct val="0"/>
              </a:spcBef>
              <a:buNone/>
            </a:pPr>
            <a:endParaRPr lang="es-ES" sz="4400" dirty="0"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s-ES" sz="4400" dirty="0">
                <a:latin typeface="+mj-lt"/>
                <a:ea typeface="+mj-ea"/>
                <a:cs typeface="+mj-cs"/>
              </a:rPr>
              <a:t>La supervivencia no fue aleatoria</a:t>
            </a:r>
          </a:p>
        </p:txBody>
      </p:sp>
    </p:spTree>
    <p:extLst>
      <p:ext uri="{BB962C8B-B14F-4D97-AF65-F5344CB8AC3E}">
        <p14:creationId xmlns:p14="http://schemas.microsoft.com/office/powerpoint/2010/main" val="17506167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152</Words>
  <Application>Microsoft Office PowerPoint</Application>
  <PresentationFormat>Panorámica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Mortalidad en el Titanic</vt:lpstr>
      <vt:lpstr>Supervivencia por grupo</vt:lpstr>
      <vt:lpstr>Supervivencia por clase</vt:lpstr>
      <vt:lpstr>Supervivencia mujeres y niños</vt:lpstr>
      <vt:lpstr>Supervivencia por puerto de embarque</vt:lpstr>
      <vt:lpstr>Distribución de clase y puerto de embarque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Ruiz Iniesta</dc:creator>
  <cp:lastModifiedBy>Sara Ruiz Iniesta</cp:lastModifiedBy>
  <cp:revision>1</cp:revision>
  <dcterms:created xsi:type="dcterms:W3CDTF">2026-01-04T10:44:21Z</dcterms:created>
  <dcterms:modified xsi:type="dcterms:W3CDTF">2026-01-04T11:50:38Z</dcterms:modified>
</cp:coreProperties>
</file>